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Thesis, Jahez International (Tadawul: 6017)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530352"/>
          </a:xfrm>
          <a:prstGeom prst="rect">
            <a:avLst/>
          </a:prstGeom>
          <a:solidFill>
            <a:srgbClr val="EFE6CE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1000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 ·  +12.3% upside vs SAR 12.79 close  ·  Base IRR 17.1%  ·  Weighted return 16.8% vs 15.0% hurdle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logistics consolidation (SAR 626.8m of FY25 GMV) de-risks the single-platform delivery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292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778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895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recovery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895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 EBITDA margin of 8.3% is one-off-depressed, not structurally broken, Q1-26 adj. EBITDA of SAR 43.6m stayed positive through a net-loss quarter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350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2467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PASS, SAR 16.6m net cash, Tadawul-listed liquidity, clears Lunar's 15.0% hurdle at a 16.8% weighted return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see IC memo and workbook for the full source trail.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Quick-Commerce Market Map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 Unit-Economics Bridge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real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Valuation, DCF vs Trading Comps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field: implied value per share, DCF vs EV/Revenue, EV/EBITDA,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target,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IRRs vs the 15% Hurdle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IRR, probability-weighted 25% / 50% / 25%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0" y="35295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hurdle, 15.0%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Fit, Lunar IC Charter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Lunar's investment mandate and risk limits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hurdle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15.0% hurdle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920240"/>
            <a:ext cx="9079992" cy="105156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965960"/>
            <a:ext cx="90799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2578608"/>
            <a:ext cx="9079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(+12.3% upside)  ·  Weighted return 16.8% vs 15.0% hurdle  ·  Risk score 5.5/10  · 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3520440"/>
            <a:ext cx="9079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committee.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Board Deck</dc:title>
  <dc:subject>PptxGenJS Presentation</dc:subject>
  <dc:creator>Faheem</dc:creator>
  <cp:lastModifiedBy>Faheem</cp:lastModifiedBy>
  <cp:revision>1</cp:revision>
  <dcterms:created xsi:type="dcterms:W3CDTF">2026-07-16T14:41:20Z</dcterms:created>
  <dcterms:modified xsi:type="dcterms:W3CDTF">2026-07-16T14:41:20Z</dcterms:modified>
</cp:coreProperties>
</file>