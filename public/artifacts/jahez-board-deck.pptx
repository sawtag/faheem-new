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Thesis,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hurdle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broken,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PASS, SAR 16.6m net cash, Tadawul-listed liquidity, clears Lunar's 15.0% hurdle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see IC memo and workbook for the full source trail.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Valuation,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Hurdle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hurdle,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Fit,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hurdle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hurdle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hurdle  ·  Risk score 5.5/10  · 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Board Deck</dc:title>
  <dc:subject>PptxGenJS Presentation</dc:subject>
  <dc:creator>Faheem</dc:creator>
  <cp:lastModifiedBy>Faheem</cp:lastModifiedBy>
  <cp:revision>1</cp:revision>
  <dcterms:created xsi:type="dcterms:W3CDTF">2026-07-16T12:40:37Z</dcterms:created>
  <dcterms:modified xsi:type="dcterms:W3CDTF">2026-07-16T12:40:37Z</dcterms:modified>
</cp:coreProperties>
</file>